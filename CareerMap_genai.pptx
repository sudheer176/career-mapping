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118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011680" cy="201168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CareerMap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Career Navigation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657600" cy="45720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IN" sz="1600" dirty="0">
                <a:solidFill>
                  <a:schemeClr val="bg1"/>
                </a:solidFill>
              </a:rPr>
              <a:t>Sudheer - AP23110010005 </a:t>
            </a:r>
          </a:p>
          <a:p>
            <a:r>
              <a:rPr lang="en-IN" sz="1600" dirty="0">
                <a:solidFill>
                  <a:schemeClr val="bg1"/>
                </a:solidFill>
              </a:rPr>
              <a:t>Mahasvin - AP23110010075 </a:t>
            </a:r>
          </a:p>
          <a:p>
            <a:r>
              <a:rPr lang="en-IN" sz="1600" dirty="0">
                <a:solidFill>
                  <a:schemeClr val="bg1"/>
                </a:solidFill>
              </a:rPr>
              <a:t>Raghavendra - AP23110010080  </a:t>
            </a:r>
          </a:p>
          <a:p>
            <a:r>
              <a:rPr lang="en-IN" sz="1600" dirty="0">
                <a:solidFill>
                  <a:schemeClr val="bg1"/>
                </a:solidFill>
              </a:rPr>
              <a:t>Lokesh - AP23110010011</a:t>
            </a:r>
          </a:p>
          <a:p>
            <a:r>
              <a:rPr lang="en-IN" sz="1600" dirty="0">
                <a:solidFill>
                  <a:schemeClr val="bg1"/>
                </a:solidFill>
              </a:rPr>
              <a:t>Jaswanth – AP23110010127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91440" cy="1508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24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combining modern frontend and backend technologies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91440" cy="1508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4956048" y="1124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463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career advice based on your goals, skills, and market trends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91440" cy="1508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907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Interview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resume scanning and realistic mock interview simulations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91440" cy="1508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2907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Job Insights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salary intelligence and industry demand powered by AI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926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914400"/>
            <a:ext cx="76809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996696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personalized career roadmaps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190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1664208"/>
            <a:ext cx="7680960" cy="512064"/>
          </a:xfrm>
          <a:prstGeom prst="rect">
            <a:avLst/>
          </a:prstGeom>
          <a:solidFill>
            <a:srgbClr val="E6FA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74650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resume quality with AI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59736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2414016"/>
            <a:ext cx="76809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249631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realistic mock interviews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09544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1868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3163824"/>
            <a:ext cx="7680960" cy="512064"/>
          </a:xfrm>
          <a:prstGeom prst="rect">
            <a:avLst/>
          </a:prstGeom>
          <a:solidFill>
            <a:srgbClr val="E6FA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32461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live job market insights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59352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6849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3913632"/>
            <a:ext cx="76809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399592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professional LinkedIn profiles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977640" cy="1508760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1430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53619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frontend and backend for scalability and maintainability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77640" cy="150876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56048" y="11430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56048" y="153619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React 18 UI communicates with a high-performance Python backend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77640" cy="1508760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9260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(AI Engine)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31927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LLaMA model powers all AI-driven features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77640" cy="150876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56048" y="29260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 Protocol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6048" y="331927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REST communication for real-time data exchange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25880"/>
            <a:ext cx="2240280" cy="141732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08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2029968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88366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325880"/>
            <a:ext cx="2240280" cy="141732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1508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2029968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88366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25880"/>
            <a:ext cx="2240280" cy="1417320"/>
          </a:xfrm>
          <a:prstGeom prst="rect">
            <a:avLst/>
          </a:prstGeom>
          <a:solidFill>
            <a:srgbClr val="00C9A7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49240" y="1508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2029968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88366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1325880"/>
            <a:ext cx="2240280" cy="141732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0" y="1508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via REST APIs  ·  All layers interact through HTTP/JSON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</a:t>
            </a: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React → FastAPI → Groq → FastAPI → React → User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Frontend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515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43584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033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component-based UI with HMR dev environment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658368"/>
          </a:xfrm>
          <a:prstGeom prst="rect">
            <a:avLst/>
          </a:prstGeom>
          <a:solidFill>
            <a:srgbClr val="E6FAF7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8470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2039112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28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 for rapid, responsive styling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6426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2834640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6243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animations and page transitions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E6FAF7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4381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3630168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4198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consistent icon library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233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Markdown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4425696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421538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AI markdown responses natively in browser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Backend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6908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69080" cy="91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7190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Python web framework with auto-generated OpenAPI docs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6908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4069080" cy="91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5010912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10912" y="17190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ASGI server for async request handling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6908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4069080" cy="91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" y="36393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and schema enforcement with Python type hints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06908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017520"/>
            <a:ext cx="4069080" cy="91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5010912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Architecture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10912" y="36393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scalable API design following REST principles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&amp; Integration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1778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LLaMA 3.3 70B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084832"/>
            <a:ext cx="2651760" cy="45720"/>
          </a:xfrm>
          <a:prstGeom prst="rect">
            <a:avLst/>
          </a:prstGeom>
          <a:solidFill>
            <a:srgbClr val="00C9A7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inference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responses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outputs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109728" cy="10058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533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and scores resumes with improvement suggestions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084832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84832"/>
            <a:ext cx="109728" cy="10058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176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5237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role-specific questions and evaluates answers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255264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55264"/>
            <a:ext cx="109728" cy="10058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3467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6941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personalized step-by-step career pathways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87552"/>
            <a:ext cx="347472" cy="3474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914400"/>
            <a:ext cx="77266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15568" y="9692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Structure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67328" y="1088136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00584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split into reusable, modular components for easy maintenance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47472" cy="3474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1709928"/>
            <a:ext cx="7726680" cy="658368"/>
          </a:xfrm>
          <a:prstGeom prst="rect">
            <a:avLst/>
          </a:prstGeom>
          <a:solidFill>
            <a:srgbClr val="E6FAF7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15568" y="17647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— Entry Point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67328" y="1883664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80136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component managing routing, state, and layout composition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347472" cy="3474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2505456"/>
            <a:ext cx="77266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15568" y="25603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Components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67328" y="2679192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59689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buttons, cards, and modals used across all feature pages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347472" cy="3474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3300984"/>
            <a:ext cx="7726680" cy="658368"/>
          </a:xfrm>
          <a:prstGeom prst="rect">
            <a:avLst/>
          </a:prstGeom>
          <a:solidFill>
            <a:srgbClr val="E6FAF7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15568" y="33558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Tailwind-Based Styling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67328" y="3474720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39242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 enable rapid, consistent design across components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347472" cy="3474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4096512"/>
            <a:ext cx="77266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15568" y="41513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Rendering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767328" y="4270248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418795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responses rendered with formatting via React Markdown library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8872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6908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1615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1615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is self-contained — no session state stored on the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06908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1615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77840" y="121615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Response Handling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validates all incoming data using Pydantic models before 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6908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3639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3639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crafted prompts guide the AI to produce accurate, contextual outputs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406908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13639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313639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Communication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HTTPS calls to the Groq API with structured JSON payloads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566928" cy="274320"/>
          </a:xfrm>
          <a:prstGeom prst="rect">
            <a:avLst/>
          </a:prstGeom>
          <a:solidFill>
            <a:srgbClr val="009E8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61872" y="1051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/generate-path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4475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 generation based on user role &amp; goals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4023360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78992"/>
            <a:ext cx="566928" cy="274320"/>
          </a:xfrm>
          <a:prstGeom prst="rect">
            <a:avLst/>
          </a:prstGeom>
          <a:solidFill>
            <a:srgbClr val="009E8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05272" y="1051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/scan-resume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44475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analysis with score and feedback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40280"/>
            <a:ext cx="4023360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404872"/>
            <a:ext cx="566928" cy="274320"/>
          </a:xfrm>
          <a:prstGeom prst="rect">
            <a:avLst/>
          </a:prstGeom>
          <a:solidFill>
            <a:srgbClr val="009E8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61872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/mock-interview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27706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targeted interview questions per job role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40280"/>
            <a:ext cx="4023360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404872"/>
            <a:ext cx="566928" cy="274320"/>
          </a:xfrm>
          <a:prstGeom prst="rect">
            <a:avLst/>
          </a:prstGeom>
          <a:solidFill>
            <a:srgbClr val="009E8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05272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/evaluate-answer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27706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evaluates user interview responses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66160"/>
            <a:ext cx="4023360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30752"/>
            <a:ext cx="566928" cy="274320"/>
          </a:xfrm>
          <a:prstGeom prst="rect">
            <a:avLst/>
          </a:prstGeom>
          <a:solidFill>
            <a:srgbClr val="009E8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61872" y="3703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/salary-intel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409651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salary data and market benchmarks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66160"/>
            <a:ext cx="4023360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730752"/>
            <a:ext cx="566928" cy="274320"/>
          </a:xfrm>
          <a:prstGeom prst="rect">
            <a:avLst/>
          </a:prstGeom>
          <a:solidFill>
            <a:srgbClr val="009E8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05272" y="3703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/optimize-linkedin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65192" y="409651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enhancement suggestions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64008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051560"/>
            <a:ext cx="1005840" cy="6400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0515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743200" cy="96012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288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role or feature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20574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5112" y="1051560"/>
            <a:ext cx="1005840" cy="6400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4325112" y="10515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10712" y="1828800"/>
            <a:ext cx="2743200" cy="96012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10712" y="18288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 to backend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99632" y="20574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32904" y="1051560"/>
            <a:ext cx="1005840" cy="6400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7232904" y="10515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18504" y="1828800"/>
            <a:ext cx="2743200" cy="96012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18504" y="18288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input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417320" y="2971800"/>
            <a:ext cx="1005840" cy="6400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29718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2743200" cy="96012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49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response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91840" y="3977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25112" y="2971800"/>
            <a:ext cx="1005840" cy="6400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4325112" y="29718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410712" y="3749040"/>
            <a:ext cx="2743200" cy="96012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10712" y="3749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sent to frontend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99632" y="3977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32904" y="2971800"/>
            <a:ext cx="1005840" cy="6400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9" name="Text 27"/>
          <p:cNvSpPr/>
          <p:nvPr/>
        </p:nvSpPr>
        <p:spPr>
          <a:xfrm>
            <a:off x="7232904" y="29718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318504" y="3749040"/>
            <a:ext cx="2743200" cy="96012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18504" y="3749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displays result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2560320" cy="256032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840480" cy="2468880"/>
          </a:xfrm>
          <a:prstGeom prst="rect">
            <a:avLst/>
          </a:prstGeom>
          <a:solidFill>
            <a:srgbClr val="1A2F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via .env files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 for safe cross-origin requests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HTTPS communication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114800" cy="2468880"/>
          </a:xfrm>
          <a:prstGeom prst="rect">
            <a:avLst/>
          </a:prstGeom>
          <a:solidFill>
            <a:srgbClr val="00C9A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1430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Conclusion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modern AI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career assistance for everyone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improves job readiness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CareerMap AI — Navigate Your Future with Confidence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613</Words>
  <Application>Microsoft Office PowerPoint</Application>
  <PresentationFormat>On-screen Show (16:9)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CareerMap AI</dc:title>
  <dc:subject>PptxGenJS Presentation</dc:subject>
  <dc:creator>PptxGenJS</dc:creator>
  <cp:lastModifiedBy>sudheer vasamsetti</cp:lastModifiedBy>
  <cp:revision>2</cp:revision>
  <dcterms:created xsi:type="dcterms:W3CDTF">2026-04-30T18:03:24Z</dcterms:created>
  <dcterms:modified xsi:type="dcterms:W3CDTF">2026-05-04T18:10:06Z</dcterms:modified>
</cp:coreProperties>
</file>